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 Balamurugan" userId="8516602b6e4178aa" providerId="LiveId" clId="{EA1353B5-E31C-4146-9A80-9F70F6B2B9C1}"/>
    <pc:docChg chg="custSel addSld modSld">
      <pc:chgData name="The Balamurugan" userId="8516602b6e4178aa" providerId="LiveId" clId="{EA1353B5-E31C-4146-9A80-9F70F6B2B9C1}" dt="2026-09-18T10:44:56.096" v="32" actId="14100"/>
      <pc:docMkLst>
        <pc:docMk/>
      </pc:docMkLst>
      <pc:sldChg chg="modSp mod">
        <pc:chgData name="The Balamurugan" userId="8516602b6e4178aa" providerId="LiveId" clId="{EA1353B5-E31C-4146-9A80-9F70F6B2B9C1}" dt="2026-09-18T09:44:17.951" v="0" actId="1076"/>
        <pc:sldMkLst>
          <pc:docMk/>
          <pc:sldMk cId="0" sldId="256"/>
        </pc:sldMkLst>
        <pc:spChg chg="mod">
          <ac:chgData name="The Balamurugan" userId="8516602b6e4178aa" providerId="LiveId" clId="{EA1353B5-E31C-4146-9A80-9F70F6B2B9C1}" dt="2026-09-18T09:44:17.951" v="0" actId="1076"/>
          <ac:spMkLst>
            <pc:docMk/>
            <pc:sldMk cId="0" sldId="256"/>
            <ac:spMk id="5" creationId="{00000000-0000-0000-0000-000000000000}"/>
          </ac:spMkLst>
        </pc:spChg>
      </pc:sldChg>
      <pc:sldChg chg="delSp modSp add mod">
        <pc:chgData name="The Balamurugan" userId="8516602b6e4178aa" providerId="LiveId" clId="{EA1353B5-E31C-4146-9A80-9F70F6B2B9C1}" dt="2026-09-18T10:44:56.096" v="32" actId="14100"/>
        <pc:sldMkLst>
          <pc:docMk/>
          <pc:sldMk cId="95222932" sldId="270"/>
        </pc:sldMkLst>
        <pc:spChg chg="mod">
          <ac:chgData name="The Balamurugan" userId="8516602b6e4178aa" providerId="LiveId" clId="{EA1353B5-E31C-4146-9A80-9F70F6B2B9C1}" dt="2026-09-18T10:44:56.096" v="32" actId="14100"/>
          <ac:spMkLst>
            <pc:docMk/>
            <pc:sldMk cId="95222932" sldId="270"/>
            <ac:spMk id="3" creationId="{DD6176EE-5FD6-6FC4-F683-E7D2D9C91025}"/>
          </ac:spMkLst>
        </pc:spChg>
        <pc:spChg chg="del">
          <ac:chgData name="The Balamurugan" userId="8516602b6e4178aa" providerId="LiveId" clId="{EA1353B5-E31C-4146-9A80-9F70F6B2B9C1}" dt="2026-09-18T10:44:22.356" v="3" actId="478"/>
          <ac:spMkLst>
            <pc:docMk/>
            <pc:sldMk cId="95222932" sldId="270"/>
            <ac:spMk id="4" creationId="{29CFAAAC-9A1B-3CEE-F9F4-CACBEB836AE2}"/>
          </ac:spMkLst>
        </pc:spChg>
        <pc:spChg chg="del">
          <ac:chgData name="The Balamurugan" userId="8516602b6e4178aa" providerId="LiveId" clId="{EA1353B5-E31C-4146-9A80-9F70F6B2B9C1}" dt="2026-09-18T10:44:22.356" v="3" actId="478"/>
          <ac:spMkLst>
            <pc:docMk/>
            <pc:sldMk cId="95222932" sldId="270"/>
            <ac:spMk id="5" creationId="{A7D4E104-DF68-0C8B-D559-13BF2D73AB7D}"/>
          </ac:spMkLst>
        </pc:spChg>
        <pc:spChg chg="del">
          <ac:chgData name="The Balamurugan" userId="8516602b6e4178aa" providerId="LiveId" clId="{EA1353B5-E31C-4146-9A80-9F70F6B2B9C1}" dt="2026-09-18T10:44:22.356" v="3" actId="478"/>
          <ac:spMkLst>
            <pc:docMk/>
            <pc:sldMk cId="95222932" sldId="270"/>
            <ac:spMk id="6" creationId="{F67E3A12-176B-79D0-899C-C45615554990}"/>
          </ac:spMkLst>
        </pc:spChg>
        <pc:spChg chg="del">
          <ac:chgData name="The Balamurugan" userId="8516602b6e4178aa" providerId="LiveId" clId="{EA1353B5-E31C-4146-9A80-9F70F6B2B9C1}" dt="2026-09-18T10:44:22.356" v="3" actId="478"/>
          <ac:spMkLst>
            <pc:docMk/>
            <pc:sldMk cId="95222932" sldId="270"/>
            <ac:spMk id="7" creationId="{FD6C5C3D-5A31-05E5-32A5-7BC4C087AD05}"/>
          </ac:spMkLst>
        </pc:spChg>
        <pc:spChg chg="del">
          <ac:chgData name="The Balamurugan" userId="8516602b6e4178aa" providerId="LiveId" clId="{EA1353B5-E31C-4146-9A80-9F70F6B2B9C1}" dt="2026-09-18T10:44:22.356" v="3" actId="478"/>
          <ac:spMkLst>
            <pc:docMk/>
            <pc:sldMk cId="95222932" sldId="270"/>
            <ac:spMk id="8" creationId="{53117E09-9831-1190-9033-F35EF64ADBB2}"/>
          </ac:spMkLst>
        </pc:spChg>
        <pc:spChg chg="del">
          <ac:chgData name="The Balamurugan" userId="8516602b6e4178aa" providerId="LiveId" clId="{EA1353B5-E31C-4146-9A80-9F70F6B2B9C1}" dt="2026-09-18T10:44:22.356" v="3" actId="478"/>
          <ac:spMkLst>
            <pc:docMk/>
            <pc:sldMk cId="95222932" sldId="270"/>
            <ac:spMk id="9" creationId="{D8661E4E-3AD1-F61D-3043-F7D5F5670D9D}"/>
          </ac:spMkLst>
        </pc:spChg>
        <pc:spChg chg="del mod">
          <ac:chgData name="The Balamurugan" userId="8516602b6e4178aa" providerId="LiveId" clId="{EA1353B5-E31C-4146-9A80-9F70F6B2B9C1}" dt="2026-09-18T10:44:22.356" v="3" actId="478"/>
          <ac:spMkLst>
            <pc:docMk/>
            <pc:sldMk cId="95222932" sldId="270"/>
            <ac:spMk id="10" creationId="{5AC0443A-2246-DCE3-F9CD-25FC9A479B6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0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15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651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8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95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24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3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8906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11096"/>
            <a:ext cx="10241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Algerian" panose="04020705040A02060702" pitchFamily="82" charset="0"/>
              </a:rPr>
              <a:t>Python Variables</a:t>
            </a:r>
            <a:r>
              <a:rPr lang="en-US" dirty="0">
                <a:latin typeface="Algerian" panose="04020705040A02060702" pitchFamily="82" charset="0"/>
              </a:rPr>
              <a:t> and rules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3017519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5A6678"/>
                </a:solidFill>
                <a:latin typeface="Aptos"/>
              </a:defRPr>
            </a:pPr>
            <a:r>
              <a:t>Variables • Declaration • Initialization • Assignment • Naming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977639"/>
            <a:ext cx="47548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27939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Aptos"/>
              </a:defRPr>
            </a:pPr>
            <a:r>
              <a:rPr dirty="0"/>
              <a:t>Variables made simple.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365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6678"/>
                </a:solidFill>
                <a:latin typeface="Aptos"/>
              </a:defRPr>
            </a:pPr>
            <a:r>
              <a:t>Learn • Practice • Remember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rPr lang="en-US" dirty="0"/>
              <a:t>Define</a:t>
            </a:r>
            <a:r>
              <a:rPr dirty="0"/>
              <a:t> Variable?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F2937"/>
                </a:solidFill>
                <a:latin typeface="Aptos"/>
              </a:defRPr>
            </a:pPr>
            <a:r>
              <a:t>A variable is a name used to store a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9572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5A6678"/>
                </a:solidFill>
                <a:latin typeface="Aptos"/>
              </a:defRPr>
            </a:pPr>
            <a:r>
              <a:t>Think of it like a labeled 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10515600" cy="658368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163824"/>
            <a:ext cx="1005840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name = "Bala"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name → variable    |    "Bala" →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t>Variable Declaration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Python does not require a separate variable declaration.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50008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We normally create a variable by assigning a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08376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108960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name = "Bala"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9624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950208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age =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690872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5A6678"/>
                </a:solidFill>
                <a:latin typeface="Aptos"/>
              </a:defRPr>
            </a:pPr>
            <a:r>
              <a:t>Python automatically understands the value's 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rPr dirty="0"/>
              <a:t>Initialization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Initialization means giving a value to a variable for the first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50008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08376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108960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age =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9624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950208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age → variable    |    22 → initial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t>Assignment Operator 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92224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The symbol = is called the assignment operator.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32888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It means: store the value on the right in the variable on the left.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91256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291840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age =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032504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5A6678"/>
                </a:solidFill>
                <a:latin typeface="Aptos"/>
              </a:defRPr>
            </a:pPr>
            <a:r>
              <a:t>Think: age ←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rPr dirty="0"/>
              <a:t>Changing a Variable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A variable's value can be changed later.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50008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50592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age =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91256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291840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age =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032504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5A6678"/>
                </a:solidFill>
                <a:latin typeface="Aptos"/>
              </a:defRPr>
            </a:pPr>
            <a:r>
              <a:t>After the second assignment, age contains 23.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t>Variable Naming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2937"/>
                </a:solidFill>
                <a:latin typeface="Aptos"/>
              </a:defRPr>
            </a:pPr>
            <a:r>
              <a:t>✓ Can contain letters: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042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2937"/>
                </a:solidFill>
                <a:latin typeface="Aptos"/>
              </a:defRPr>
            </a:pPr>
            <a:r>
              <a:t>✓ Can contain numbers: student1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6265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2937"/>
                </a:solidFill>
                <a:latin typeface="Aptos"/>
              </a:defRPr>
            </a:pPr>
            <a:r>
              <a:t>✓ Can contain underscore: student_name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F2937"/>
                </a:solidFill>
                <a:latin typeface="Aptos"/>
              </a:defRPr>
            </a:pPr>
            <a:r>
              <a:t>✗ Cannot start with a number: 1student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793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F2937"/>
                </a:solidFill>
                <a:latin typeface="Aptos"/>
              </a:defRPr>
            </a:pPr>
            <a:r>
              <a:t>✗ Spaces are not allowed: student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377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F2937"/>
                </a:solidFill>
                <a:latin typeface="Aptos"/>
              </a:defRPr>
            </a:pPr>
            <a:r>
              <a:t>✗ Avoid Python keywords such as if, for, class, return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t>Python is Case-Sensitive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name, Name and NAME are different variables.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50008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08376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108960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name = "Bala"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9624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950208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Name = "Arun"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90872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791456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print(name) → Bala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532120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5632704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print(Name) → Arun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t>Variables Can Store Different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String: name = "Bala"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Integer: age =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0837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Float: height = 5.8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667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Boolean: is_student =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251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Use type(variable) to check the data type.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t>Multiple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We can create several variables in a program.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50008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50592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student_name = "Bala"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91256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291840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roll_no = 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32504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133088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course = "Python"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73752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974336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duration =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t>Simple Student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92224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student_name = "Bala"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32888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633472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roll_no = 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74136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474720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age =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15384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315968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course = "Python"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56632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5157216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duration =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897880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98464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print(student_name)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6739128"/>
            <a:ext cx="10515600" cy="621792"/>
          </a:xfrm>
          <a:prstGeom prst="round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6839712"/>
            <a:ext cx="100584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Consolas"/>
              </a:defRPr>
            </a:pPr>
            <a:r>
              <a:t>print(roll_no)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t>Key Terms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ptos"/>
              </a:defRPr>
            </a:pPr>
            <a:r>
              <a:t>Variable → a name used to store a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048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ptos"/>
              </a:defRPr>
            </a:pPr>
            <a:r>
              <a:t>Declaration → Python usually creates the variable through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1810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ptos"/>
              </a:defRPr>
            </a:pPr>
            <a:r>
              <a:t>Initialization → giving the first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3133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ptos"/>
              </a:defRPr>
            </a:pPr>
            <a:r>
              <a:t>Assignment → storing a value using 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445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Aptos"/>
              </a:defRPr>
            </a:pPr>
            <a:r>
              <a:t>Reassignment → changing the stored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t>Quick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Aptos"/>
              </a:defRPr>
            </a:pPr>
            <a:r>
              <a:t>Create variables for: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• Your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3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• Your 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• Your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• Your roll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8347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937"/>
                </a:solidFill>
                <a:latin typeface="Aptos"/>
              </a:defRPr>
            </a:pPr>
            <a:r>
              <a:t>Then print all four variables.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PYTHON BASICS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Aptos"/>
              </a:defRPr>
            </a:pPr>
            <a:r>
              <a:t>Remember: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1. Variable = name +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2. Python does not need separate type declaration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79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3. Initialization = first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51959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4. = is the assignment 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  <a:latin typeface="Aptos"/>
              </a:defRPr>
            </a:pPr>
            <a:r>
              <a:t>5. Follow variable naming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0A693-657A-133E-230B-9E672FB78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B3985F-D855-410C-3312-3BBAC4571E6B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176EE-5FD6-6FC4-F683-E7D2D9C91025}"/>
              </a:ext>
            </a:extLst>
          </p:cNvPr>
          <p:cNvSpPr txBox="1"/>
          <p:nvPr/>
        </p:nvSpPr>
        <p:spPr>
          <a:xfrm>
            <a:off x="4672584" y="2990088"/>
            <a:ext cx="44439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Aptos"/>
              </a:defRPr>
            </a:pPr>
            <a:r>
              <a:rPr lang="en-US" dirty="0"/>
              <a:t>THANK YOU…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72BBF1-E8CE-3017-A29A-E049DDFF37EA}"/>
              </a:ext>
            </a:extLst>
          </p:cNvPr>
          <p:cNvSpPr/>
          <p:nvPr/>
        </p:nvSpPr>
        <p:spPr>
          <a:xfrm>
            <a:off x="822960" y="6419088"/>
            <a:ext cx="10515600" cy="10972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90E49B-A8EA-1662-5E79-58F56B410F17}"/>
              </a:ext>
            </a:extLst>
          </p:cNvPr>
          <p:cNvSpPr txBox="1"/>
          <p:nvPr/>
        </p:nvSpPr>
        <p:spPr>
          <a:xfrm>
            <a:off x="8229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678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18FB75-C91D-288D-EC11-92626C1E0BD9}"/>
              </a:ext>
            </a:extLst>
          </p:cNvPr>
          <p:cNvSpPr txBox="1"/>
          <p:nvPr/>
        </p:nvSpPr>
        <p:spPr>
          <a:xfrm>
            <a:off x="108813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8"/>
                </a:solidFill>
                <a:latin typeface="Aptos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52229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87</TotalTime>
  <Words>588</Words>
  <Application>Microsoft Office PowerPoint</Application>
  <PresentationFormat>Widescreen</PresentationFormat>
  <Paragraphs>128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Algerian</vt:lpstr>
      <vt:lpstr>Gill Sans MT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The Balamurugan</dc:creator>
  <cp:keywords/>
  <dc:description>generated using python-pptx</dc:description>
  <cp:lastModifiedBy>The Balamurugan</cp:lastModifiedBy>
  <cp:revision>3</cp:revision>
  <dcterms:created xsi:type="dcterms:W3CDTF">2013-01-27T09:14:16Z</dcterms:created>
  <dcterms:modified xsi:type="dcterms:W3CDTF">2026-09-18T10:44:57Z</dcterms:modified>
  <cp:category/>
</cp:coreProperties>
</file>